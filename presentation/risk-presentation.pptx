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B1B2F"/>
                </a:solidFill>
              </a:defRPr>
            </a:pPr>
            <a:r>
              <a:t>Skadefrekvensanalys</a:t>
            </a:r>
          </a:p>
          <a:p>
            <a:pPr>
              <a:defRPr sz="4000" b="1">
                <a:solidFill>
                  <a:srgbClr val="1B1B2F"/>
                </a:solidFill>
              </a:defRPr>
            </a:pPr>
            <a:r>
              <a:t>Entreprenadförsäkring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006B8F"/>
                </a:solidFill>
              </a:defRPr>
            </a:pPr>
            <a:r>
              <a:t>ME1316 · Poisson-GLM vs XGBoost · 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Frågeställning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Vilka faktorer driver skadefrekvensen i entreprenadportföljen?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Kan vi prediktera skadeantal för 2025?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Ger maskininlärning (XGBoost) bättre resultat än tolkbar modell (GLM)?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Data: 1 miljon avtal 2021–2024, 98% har noll skador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Metod: tidsbaserad validering (träna → validera → testa)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2F"/>
                </a:solidFill>
              </a:defRPr>
            </a:pPr>
            <a:r>
              <a:t>Tre ratingfaktorer sticker ut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Skadefrekvens varierar 2–3× mellan segment. VVS + Storstad = högst risk.</a:t>
            </a:r>
          </a:p>
        </p:txBody>
      </p:sp>
      <p:pic>
        <p:nvPicPr>
          <p:cNvPr id="4" name="Picture 3" descr="skadefrekvens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Poisson-GLM: Modell 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Modellformel: log(Skador) = log(Duration) + Verksamhet + Geografi + log(Omsättning)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AIC-förbättring: −2 752 vs enklare modell → alla tre variabler bidrar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Dispersionskvot: 0,986 → Poisson-antagandet håller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Årseffekt negligerbar (ΔAIC = 2) och ej extrapolerbar → exkluderad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2F"/>
                </a:solidFill>
              </a:defRPr>
            </a:pPr>
            <a:r>
              <a:t>Rate Ratios — multiplikatorer på skadefrekvens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Allt annat lika. Röd = högre risk, blå = lägre risk vs referens.</a:t>
            </a:r>
          </a:p>
        </p:txBody>
      </p:sp>
      <p:pic>
        <p:nvPicPr>
          <p:cNvPr id="4" name="Picture 3" descr="rate_ratios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Nyckeltal: Rate Ratios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Snäva KI → skillnaderna är statistiskt säkra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Faktor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Rate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95% 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Tolkning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VVS (vs Byggföretag)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1,43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[1,37 – 1,49]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+43% skadefrekvens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Storstad (vs Landsbyggd)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1,46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[1,39 – 1,54]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+46% skadefrekvens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Omsättning 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1,36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[1,35 – 1,37]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+36% per fördubbling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Målare (vs Byggföretag)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[0,60 – 0,68]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−36% skadefrekvens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Småstad (vs Landsbyggd)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[0,71 – 0,81]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−24% skadefrekvens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GLM vs XGBoost — Testportfölj 2025</a:t>
            </a:r>
          </a:p>
          <a:p>
            <a:pPr>
              <a:defRPr sz="1600" i="1">
                <a:solidFill>
                  <a:srgbClr val="006B8F"/>
                </a:solidFill>
              </a:defRPr>
            </a:pPr>
            <a:r>
              <a:t>XGBoost marginellt bättre på deviance, GLM bättre på portföljkalibrering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Mått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GLM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B1B2F"/>
                          </a:solidFill>
                        </a:defRPr>
                      </a:pPr>
                      <a:r>
                        <a:t>Skillnad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Poisson deviance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41 889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41 856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−0,08%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0,1374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0,1374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≈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Portföljfel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+1,10%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+1,22%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GLM bättre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Pred. skador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5 581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5 587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B1B2F"/>
                          </a:solidFill>
                        </a:defRPr>
                      </a:pPr>
                      <a:r>
                        <a:t>Obs: 5 520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B1B2F"/>
                </a:solidFill>
              </a:defRPr>
            </a:pPr>
            <a:r>
              <a:t>Slutsats och rekommendation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GLM predikterar 5 581 skador vs 5 520 observerade (+1,1% fel)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XGBoost bekräftar: signalen är additiv, inga dolda interaktioner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Rekommendation: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Differentierad premie: Verksamhet × Geografi × Omsättning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GLM som huvudmodell (tolkbar, transparent, stabil)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XGBoost som parallell challenger (larmar vid modelldrift)</a:t>
            </a:r>
          </a:p>
          <a:p>
            <a:pPr lvl="1">
              <a:spcAft>
                <a:spcPts val="600"/>
              </a:spcAft>
              <a:defRPr sz="1800">
                <a:solidFill>
                  <a:srgbClr val="1B1B2F"/>
                </a:solidFill>
              </a:defRPr>
            </a:pPr>
            <a:r>
              <a:t>Manuell granskning: ovanliga kundprofiler med hög osäkerhet</a:t>
            </a: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1B1B2F"/>
                </a:solidFill>
              </a:defRPr>
            </a:pPr>
            <a:r>
              <a:t>Begränsning: frekvens, ej kostnad. Samband, ej orsak.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