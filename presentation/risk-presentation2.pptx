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B1B2F"/>
                </a:solidFill>
              </a:defRPr>
            </a:pPr>
            <a:r>
              <a:t>Skadefrekvensanalys</a:t>
            </a:r>
          </a:p>
          <a:p>
            <a:pPr>
              <a:defRPr sz="4000" b="1">
                <a:solidFill>
                  <a:srgbClr val="1B1B2F"/>
                </a:solidFill>
              </a:defRPr>
            </a:pPr>
            <a:r>
              <a:t>Entreprenadförsäkring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006B8F"/>
                </a:solidFill>
              </a:defRPr>
            </a:pPr>
            <a:r>
              <a:t>ME1316 · Poisson-GLM vs XGBoost · 10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Bakgrund och Syfte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Entreprenadförsäkring: försäkring för byggprojekt och anläggninsarbeten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Premie = frekvens × kostnad — vi analyserar frekvenskomponenten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Syfte: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Identifiera vilka faktorer som driver skadefrekvensen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Prediktera skadeantal för en ny portfölj (2025)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Jämföra tolkbar modell (GLM) mot maskininlärning (XGBoost)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Frågeställning och Metod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Tre forskningsfrågor: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Vilka faktorer driver skadefrekvensen?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Kan vi prediktera 2025 med god träffsäkerhet?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Ger XGBoost mervärde jämfört med GLM?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Tidsbaserad validering (undviker look-ahead bias):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Träna: 2021–2023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Validera: 2024 (modellval och hyperparametrar)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Testa: 2025 (slutlig utvärdering, aldrig sedd under utveckling)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Dataöverblick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7 verksamhetstyper · 4 geografiska områden · Omsättning (kontinuerlig)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Träning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2021–2024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Antal rader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1 033 386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291 649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Antal skador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19 730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5 520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Noll-skador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98,1%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98,1%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Skadefrekvens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0,0214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0,0212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2F"/>
                </a:solidFill>
              </a:defRPr>
            </a:pPr>
            <a:r>
              <a:t>Tre ratingfaktorer sticker ut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Skadefrekvens varierar 2–3× mellan segment. VVS + Storstad = högst risk.</a:t>
            </a:r>
          </a:p>
        </p:txBody>
      </p:sp>
      <p:pic>
        <p:nvPicPr>
          <p:cNvPr id="4" name="Picture 3" descr="skadefrekvens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2F"/>
                </a:solidFill>
              </a:defRPr>
            </a:pPr>
            <a:r>
              <a:t>Omsättning: starkaste gradienten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5,6× spridning mellan lägsta och högsta decil. Motiverar log(Omsättning) i modellen.</a:t>
            </a:r>
          </a:p>
        </p:txBody>
      </p:sp>
      <p:pic>
        <p:nvPicPr>
          <p:cNvPr id="4" name="Picture 3" descr="omsattning_de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Poisson-GLM: Modellval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M2 vald som slutmodell. Dispersion 0,986 → Poisson-antagandet håller. Årseffekt negligerbar.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Modell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Beskrivning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ΔAIC vs M0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M0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Enbart 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141 086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Verksamhet + Geografi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139 723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−1 363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M1 + log(Omsättning)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136 971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−4 115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M2 + År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136 969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−4 117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2F"/>
                </a:solidFill>
              </a:defRPr>
            </a:pPr>
            <a:r>
              <a:t>Rate Ratios — multiplikatorer på skadefrekvens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Allt annat lika. Röd = högre risk, blå = lägre risk vs referens.</a:t>
            </a:r>
          </a:p>
        </p:txBody>
      </p:sp>
      <p:pic>
        <p:nvPicPr>
          <p:cNvPr id="4" name="Picture 3" descr="rate_ratios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Nyckeltal: Rate Ratios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Snäva KI → skillnaderna är statistiskt säkra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Faktor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Rate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95% 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Tolkning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VVS (vs Byggföretag)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1,43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[1,37 – 1,49]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+43% skadefrekvens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Storstad (vs Landsbyggd)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1,46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[1,39 – 1,54]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+46% skadefrekvens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Omsättning ×2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[1,35 – 1,37]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+36% per fördubbling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Målare (vs Byggföretag)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[0,60 – 0,68]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−36% skadefrekvens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Småstad (vs Landsbyggd)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[0,71 – 0,81]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−24% skadefrekvens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XGBoost: Challenger-modell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Gradient boosting med Poisson-objektiv, samma 3 variabler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Bästa konfiguration: max_depth = 3, learning_rate = 0,10, 232 träd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Grunda träd → signalen är additiv, precis som GLM antar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Djupare träd (djup 5, 8) ger sämre resultat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Feature importance (gain):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log(Omsättning): 20,04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GeografisktOmråde: 8,26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Verksamhet: 6,46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Samma tre drivare, samma rangordning → GLM missar inget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GLM vs XGBoost — Testportfölj 2025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Validering 2024 visade samma mönster (−0,21% deviance). Ingen meningsfull skillnad.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Mått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GLM 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Skillnad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Poisson deviance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41 889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41 856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−0,08%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0,1374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0,1374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≈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Portföljfel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+1,10%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+1,22%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GLM bättre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Pred. skador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5 581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5 587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Obs: 5 520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Osäkerhet i prediktioner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Portföljnivå: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Totalprognos: 5 581 skador, 95% KI [5 503 – 5 659]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Relativ osäkerhet: 2,8% → portföljprognosen är tillförlitlig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Observerat (5 520) ligger inom KI ✓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Radnivå: relativ osäkerhet varierar 0,05 – 0,19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Drivare av hög osäkerhet: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Liten träningscell (ovanliga verksamhet × geografi-kombinationer)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Extrema omsättningsnivåer (långt från centrum)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Kort exponeringstid (lågt förväntat antal)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Slutsats och Rekommendation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GLM predikterar 5 581 skador vs 5 520 observerade (+1,1% fel)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3× spridning från lägsta till högsta riskprofil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Rekommendation: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Differentierad premie: Verksamhet × Geografi × Omsättning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GLM som huvudmodell (tolkbar, transparent, stabil)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XGBoost som parallell challenger (larmar vid modelldrift)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Manuell granskning för ovanliga kundprofiler med hög osäkerhet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Begränsningar: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Samband, ej orsak. Frekvens, ej kostnad.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Vidare: kostnadsmodell, interaktioner, finare variabler, årlig uppföljning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